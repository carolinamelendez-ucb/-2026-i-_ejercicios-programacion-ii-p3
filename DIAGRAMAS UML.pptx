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288A6-11A9-458F-A355-19FDE77F7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575B54-F63B-44B3-BD08-39AAEBAC5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AB5369-9593-4ED7-9777-6EAA299E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FDBE67-9719-4A28-99AE-E85D417C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25CFEF-D442-47F5-9F4C-150606C4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8895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FC809-7153-4142-95C3-42C99DF9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1A8638-ECAD-4AD0-9BB4-40A28C36C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59B21C-BF47-4F51-A01A-04C471FC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2425A1-1ABC-4D67-8D8D-D5AD0A2B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E15FC6-5689-4810-A9C9-70783EB8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3240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13512-81A9-4008-9334-8B84B355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32D47F-6CCD-4658-9020-1FD0714B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D138D-E076-4592-83E8-2B3D604A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8DB8A-BD02-4727-B57D-B1F15869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7ED9FB-EA21-4291-A1AF-7F324018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0529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B1A83-FE17-4949-9249-79BDEC0B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ECE0E-5FB2-4989-9AFD-3F7805F3F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348C25-24F3-4D8A-83BA-2A641D5A6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D25D0C-DBC9-4979-9F84-18D0F0B7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9265D4-3818-4CF7-887E-E0428EAA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7F37BB-A650-4480-A27C-9EE90BC1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7849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16984-1E85-4C09-A223-9C8BDF9B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5FC5A5-4948-4C4A-AA61-213988D71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F1C69E-CA59-4F96-8640-69A7AF4DF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D485F3-FC22-45D9-A298-A4EB3DA94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0233E2-B438-4704-90F4-0E2B1BD05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4EA581-DD35-4278-901F-091EEFD6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1749EF-AC27-4009-8373-49A2320B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5FA4BC-8978-4D02-A4D1-5A0E70EE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9590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A7EBB-7FA9-47BC-AE78-A11D404D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73628E-C102-455D-B1B1-D451DD590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CDFF9A-EE60-4FA6-B902-AB6BDCA7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1B2D12-98B2-4043-91D1-47D22344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6151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D1D223-BA68-4639-B3EE-CAAB1705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16F2A1-0A9F-4695-93BC-7EFC89D8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903EE6-A382-4B16-9A9A-DBC37E62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3576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E0707-E03D-45A9-A66D-908E0801C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8FFACD-D8E1-40F5-BB4E-C40E1594B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E9737D-30D6-4543-ABEB-9F9317AA0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5E593-F1DB-49FC-A083-476127A8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35A112-0CBA-4D16-88C7-B7141905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26FCD-253D-427C-8DD5-3E845ACC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76330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B0736-F77E-43D8-B292-3B818104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8E85FC-9F5B-4F91-8A09-57EFAC720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25009F-1FC7-41F1-9E08-D42993248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0B511E-4935-4F42-A3E2-2985EE042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460DBA-D917-4486-9B65-75CB3530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85A0F0-7B0A-41A5-8569-0EFBBF40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9989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F3DE4-C775-46D6-93AF-4AF85A20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4E3853-CBA8-41B3-A183-3AF2871AA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35988C-5D45-45C9-9AB8-B6F695514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90815B-5876-430E-8241-F899254E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393770-57F4-48D8-A756-5DE00801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8054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898D38-10CD-4B27-B329-1D887AFBA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29EE4A-34B9-404D-BB23-427286C96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A31ACB-B11E-4932-9F75-758B580A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A7DC18-3D0B-4C15-BA39-A42DBB9D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4584B7-461F-4B71-905E-FE55F8C5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12789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8280B0-775A-4DAA-B48D-A68F2072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C700F0-16DF-4029-A396-B2E2E66C3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ECE0F7-0E81-43F2-87F8-04DA33FAF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2C90C-A61C-432D-A8D8-A09E9703324A}" type="datetimeFigureOut">
              <a:rPr lang="es-BO" smtClean="0"/>
              <a:t>10/3/2026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4347FA-5ACE-46AD-98B6-EF138D1B5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182995-DAF4-4FB7-A65F-DB9DD1CA0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3242A-4644-4D1F-939F-34EFF879760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304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E989E-BFE2-48B4-AD61-B09D06B4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-185701"/>
            <a:ext cx="9144000" cy="626860"/>
          </a:xfrm>
        </p:spPr>
        <p:txBody>
          <a:bodyPr>
            <a:noAutofit/>
          </a:bodyPr>
          <a:lstStyle/>
          <a:p>
            <a:r>
              <a:rPr lang="es-ES" sz="3200" b="1" dirty="0"/>
              <a:t>DIAGRAMAS UML</a:t>
            </a:r>
            <a:endParaRPr lang="es-BO" sz="3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2D59A0-0F27-4D13-98C0-0AC7A9183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630" y="557753"/>
            <a:ext cx="10186737" cy="6532858"/>
          </a:xfrm>
        </p:spPr>
        <p:txBody>
          <a:bodyPr>
            <a:normAutofit/>
          </a:bodyPr>
          <a:lstStyle/>
          <a:p>
            <a:r>
              <a:rPr lang="es-ES" sz="1600" b="1" dirty="0"/>
              <a:t>¿Qué  son?</a:t>
            </a:r>
          </a:p>
          <a:p>
            <a:r>
              <a:rPr lang="es-ES" sz="1600" dirty="0"/>
              <a:t>Son formas de visualizar sistemas y software usando el Lenguaje Unificado de Modelado (UML)</a:t>
            </a:r>
          </a:p>
          <a:p>
            <a:r>
              <a:rPr lang="es-ES" sz="1600" b="1" dirty="0"/>
              <a:t>¿Qué son los diagramas de clases?</a:t>
            </a:r>
          </a:p>
          <a:p>
            <a:r>
              <a:rPr lang="es-BO" sz="1600" dirty="0"/>
              <a:t>Son una de las herramientas principales usadas en UML para representar la estructura de un sistema de software en forma de clases</a:t>
            </a:r>
          </a:p>
          <a:p>
            <a:endParaRPr lang="es-BO" sz="1600" dirty="0"/>
          </a:p>
          <a:p>
            <a:pPr algn="ctr"/>
            <a:endParaRPr lang="es-BO" sz="1600" b="1" dirty="0"/>
          </a:p>
          <a:p>
            <a:pPr algn="ctr"/>
            <a:endParaRPr lang="es-BO" sz="1600" b="1" dirty="0"/>
          </a:p>
          <a:p>
            <a:pPr algn="ctr"/>
            <a:endParaRPr lang="es-BO" sz="1600" b="1" dirty="0"/>
          </a:p>
          <a:p>
            <a:pPr algn="ctr"/>
            <a:endParaRPr lang="es-BO" sz="1600" b="1" dirty="0"/>
          </a:p>
          <a:p>
            <a:pPr algn="ctr"/>
            <a:endParaRPr lang="es-BO" sz="1600" b="1" dirty="0"/>
          </a:p>
          <a:p>
            <a:pPr algn="ctr"/>
            <a:r>
              <a:rPr lang="es-BO" sz="1600" b="1" dirty="0"/>
              <a:t>Tipos de relación</a:t>
            </a:r>
          </a:p>
          <a:p>
            <a:pPr algn="ctr"/>
            <a:r>
              <a:rPr lang="es-BO" sz="1600" dirty="0"/>
              <a:t>Agregación: Es una relación todo-parte donde las partes pueden existir independientemente del todo</a:t>
            </a:r>
          </a:p>
          <a:p>
            <a:pPr algn="ctr"/>
            <a:r>
              <a:rPr lang="es-BO" sz="1600" dirty="0"/>
              <a:t>Composición: </a:t>
            </a:r>
            <a:r>
              <a:rPr lang="es-ES" sz="1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Una relación todo-parte con fuerte acoplamiento, donde las partes no pueden existir independientemente del todo y se destruyen cuando el todo se destruye</a:t>
            </a:r>
          </a:p>
          <a:p>
            <a:pPr algn="ctr"/>
            <a:r>
              <a:rPr lang="es-BO" sz="1600" b="1" dirty="0">
                <a:latin typeface="Calibri" panose="020F0502020204030204" pitchFamily="34" charset="0"/>
                <a:cs typeface="Calibri" panose="020F0502020204030204" pitchFamily="34" charset="0"/>
              </a:rPr>
              <a:t>¿Los tipos de relaciones tienen relación con los destructores?</a:t>
            </a:r>
          </a:p>
          <a:p>
            <a:pPr algn="ctr"/>
            <a:r>
              <a:rPr lang="es-BO" sz="1600" dirty="0">
                <a:latin typeface="Calibri" panose="020F0502020204030204" pitchFamily="34" charset="0"/>
                <a:cs typeface="Calibri" panose="020F0502020204030204" pitchFamily="34" charset="0"/>
              </a:rPr>
              <a:t>Las relaciones de agregación no, al destruirse la clase padre, la clase hijo no es destruida y sigue existiendo.</a:t>
            </a:r>
          </a:p>
          <a:p>
            <a:pPr algn="ctr"/>
            <a:r>
              <a:rPr lang="es-BO" sz="1600" dirty="0">
                <a:latin typeface="Calibri" panose="020F0502020204030204" pitchFamily="34" charset="0"/>
                <a:cs typeface="Calibri" panose="020F0502020204030204" pitchFamily="34" charset="0"/>
              </a:rPr>
              <a:t>Las relaciones de composición si, al ser una clase dueña de otra, al destruirse la clase padre, la clase hijo también lo es.</a:t>
            </a:r>
          </a:p>
          <a:p>
            <a:endParaRPr lang="es-B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1F1A10-97AA-4571-BD2C-9436588EC2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79" t="24561" r="52369" b="29122"/>
          <a:stretch/>
        </p:blipFill>
        <p:spPr>
          <a:xfrm>
            <a:off x="4122821" y="2092791"/>
            <a:ext cx="939451" cy="2214420"/>
          </a:xfrm>
          <a:prstGeom prst="rect">
            <a:avLst/>
          </a:prstGeom>
        </p:spPr>
      </p:pic>
      <p:pic>
        <p:nvPicPr>
          <p:cNvPr id="1026" name="Picture 2" descr="Diagrama de clases - Dos Ideas.">
            <a:extLst>
              <a:ext uri="{FF2B5EF4-FFF2-40B4-BE49-F238E27FC236}">
                <a16:creationId xmlns:a16="http://schemas.microsoft.com/office/drawing/2014/main" id="{3B4ED76E-378A-49DF-A18C-D4BA22272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176" y="2265291"/>
            <a:ext cx="4005013" cy="186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5008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155</Words>
  <Application>Microsoft Office PowerPoint</Application>
  <PresentationFormat>Panorámica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DIAGRAMAS UML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UML</dc:title>
  <dc:creator>Estudiante</dc:creator>
  <cp:lastModifiedBy>Estudiante</cp:lastModifiedBy>
  <cp:revision>4</cp:revision>
  <dcterms:created xsi:type="dcterms:W3CDTF">2026-03-10T11:38:28Z</dcterms:created>
  <dcterms:modified xsi:type="dcterms:W3CDTF">2026-03-10T11:59:23Z</dcterms:modified>
</cp:coreProperties>
</file>